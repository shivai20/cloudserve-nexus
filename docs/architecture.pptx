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CloudServe Intelligent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Architectural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CloudServe Intelligent Support System is an auditable, deterministic support automation and escalation platform engineered to address failing support metrics at CloudServe Solutions.</a:t>
            </a:r>
          </a:p>
          <a:p>
            <a:r>
              <a:t>Rather than operating as an ungrounded conversational chatbot, the system functions as a strictly gated decision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                    ┌───────────────────────────────┐</a:t>
            </a:r>
            <a:br/>
            <a:r>
              <a:t>                    │    Multi-Channel Ingestion    │  (Email, Chat, Docs, Forum)</a:t>
            </a:r>
            <a:br/>
            <a:r>
              <a:t>                    └───────────────┬───────────────┘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┌───────────────────────────────┐</a:t>
            </a:r>
            <a:br/>
            <a:r>
              <a:t>                    │   Calibrated Classification   │  (22 Intents, Urgency, Conf)</a:t>
            </a:r>
            <a:br/>
            <a:r>
              <a:t>                    └───────────────┬───────────────┘</a:t>
            </a:r>
            <a:br/>
            <a:r>
              <a:t>                                    │</a:t>
            </a:r>
            <a:br/>
            <a:r>
              <a:t>                    ┌───────────────┴───────────────┐</a:t>
            </a:r>
            <a:br/>
            <a:r>
              <a:t>                    ▼                               ▼</a:t>
            </a:r>
            <a:br/>
            <a:r>
              <a:t>       ┌─────────────────────────┐     ┌─────────────────────────┐</a:t>
            </a:r>
            <a:br/>
            <a:r>
              <a:t>       │   Semantic Retrieval    │     │    Input Guardrails     │</a:t>
            </a:r>
            <a:br/>
            <a:r>
              <a:t>       └────────────┬────────────┘     └────────────┬────────────┘</a:t>
            </a:r>
            <a:br/>
            <a:r>
              <a:t>                    │                               │</a:t>
            </a:r>
            <a:br/>
            <a:r>
              <a:t>                    └───────────────┬───────────────┘</a:t>
            </a:r>
            <a:br/>
            <a:r>
              <a:t>                                    ▼</a:t>
            </a:r>
            <a:br/>
            <a:r>
              <a:t>                    ┌───────────────────────────────┐</a:t>
            </a:r>
            <a:br/>
            <a:r>
              <a:t>                    │  Deterministic Routing Engine │  (Confidence threshold tau)</a:t>
            </a:r>
            <a:br/>
            <a:r>
              <a:t>                    └───────┬───────────────┬───────┘</a:t>
            </a:r>
            <a:br/>
            <a:r>
              <a:t>                            │               │</a:t>
            </a:r>
            <a:br/>
            <a:r>
              <a:t>            Action: 'escalate'      Action: 'auto_respond'</a:t>
            </a:r>
            <a:br/>
            <a:r>
              <a:t>                            │               │</a:t>
            </a:r>
            <a:br/>
            <a:r>
              <a:t>                            │               ▼</a:t>
            </a:r>
            <a:br/>
            <a:r>
              <a:t>                            │  ┌─────────────────────────┐</a:t>
            </a:r>
            <a:br/>
            <a:r>
              <a:t>                            │  │   Grounded Generation   │</a:t>
            </a:r>
            <a:br/>
            <a:r>
              <a:t>                            │  └────────────┬────────────┘</a:t>
            </a:r>
            <a:br/>
            <a:r>
              <a:t>                            │               │</a:t>
            </a:r>
            <a:br/>
            <a:r>
              <a:t>                            │               ▼</a:t>
            </a:r>
            <a:br/>
            <a:r>
              <a:t>                            │  ┌─────────────────────────┐</a:t>
            </a:r>
            <a:br/>
            <a:r>
              <a:t>                            │  │   Outbound Guardrails   │</a:t>
            </a:r>
            <a:br/>
            <a:r>
              <a:t>                            │  └────────────┬────────────┘</a:t>
            </a:r>
            <a:br/>
            <a:r>
              <a:t>                            │               │</a:t>
            </a:r>
            <a:br/>
            <a:r>
              <a:t>                            │         Pass / Fail</a:t>
            </a:r>
            <a:br/>
            <a:r>
              <a:t>                            ▼               ▼</a:t>
            </a:r>
            <a:br/>
            <a:r>
              <a:t>                    ┌───────────────────────────────┐</a:t>
            </a:r>
            <a:br/>
            <a:r>
              <a:t>                    │     1:1 Decision Audit Log    │</a:t>
            </a:r>
            <a:br/>
            <a:r>
              <a:t>                    └───────────────────────────────┘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Components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Multi-Channel Ingestion (src/ingest.py): Normalizes disparate payload schemas into a unified Pydantic v2 NormalizedTicket.</a:t>
            </a:r>
          </a:p>
          <a:p>
            <a:pPr/>
            <a:r>
              <a:t>Calibrated Classifier (src/classify.py): Predicts across 22 canonical intents and assigns urgency, recording alternative candidates and calibrated probability confidence.</a:t>
            </a:r>
          </a:p>
          <a:p>
            <a:pPr/>
            <a:r>
              <a:t>Passage Retrieval (src/retrieve.py): Chunks the 29 documentation articles into 145 discrete section chunks with persistent chunk IDs and conducts hybrid semantic retrieval.</a:t>
            </a:r>
          </a:p>
          <a:p>
            <a:pPr/>
            <a:r>
              <a:t>Deterministic Routing Engine (src/route.py): Enforces an empirical confidence threshold and hard safety gates.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Components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Grounded Generation (src/generate.py): Constructs factual answers citing retrieved chunk IDs, backed by an extractive fallback when LLM providers are unavailable.</a:t>
            </a:r>
          </a:p>
          <a:p>
            <a:pPr/>
            <a:r>
              <a:t>Hard Guardrails (src/guardrails.py): Evaluates inbound tickets and outbound responses for PII, prompt injections, and prohibited claims (e.g., refund promises).</a:t>
            </a:r>
          </a:p>
          <a:p>
            <a:pPr/>
            <a:r>
              <a:t>Audit Logging Store (src/logging_store.py): Maintains a strict 1:1 persistent audit trail across SQLite and JSONL formats matching the Governance Framework specification.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